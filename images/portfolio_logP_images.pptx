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9" autoAdjust="0"/>
    <p:restoredTop sz="94660"/>
  </p:normalViewPr>
  <p:slideViewPr>
    <p:cSldViewPr snapToGrid="0">
      <p:cViewPr varScale="1">
        <p:scale>
          <a:sx n="52" d="100"/>
          <a:sy n="52" d="100"/>
        </p:scale>
        <p:origin x="6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BE04-D650-35B8-26E6-5B901F9AE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1B8B3-58DE-A109-4BA2-32FA99C57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8A9AD-53F8-9536-8F4F-2B0FC184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0F168-658C-ABBF-37EB-9FADFC0A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09679-9FBB-F40A-86F3-E1F9C50D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23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617F-B908-5AED-E687-A6C30EB0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643A-D6F7-B0D9-2D03-F2E424FC1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BDC87-183D-9143-223F-20B0AB9D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DDF93-B1C2-B950-B090-664B6844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AD914-EE02-8FD3-032E-B77B97BB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60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ADA6-D894-C8E6-7C18-4F9450BBC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D30D6-F777-F97D-1ADD-85862D03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01CF3-9EB7-B98C-8623-1EDCB982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9E54-440F-E205-1BE7-68A5EB72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33C0C-9927-90B3-43B7-E18FF49F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88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539C-81DC-1779-5C03-88B8BCBF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43B5-56BB-34B6-0849-21EFA9793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5E575-B25F-ED6A-E21A-DC04F031C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5D4BD-5414-FE75-614D-3EE105D1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9FF98-F8CF-3F48-1ABA-72240957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8F131-E939-1691-C953-0BE468D0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9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EEA0-21EA-3508-98E6-B5CC18D8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F1DA-6FED-31D5-D199-D2A614941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A4E87-3234-F3F4-9DBD-9E5B40266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497CF-0B8B-B396-1D90-6D8848920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02F68-D28A-C262-1FA0-1649D2411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E2B71-DD1E-392C-DB71-4B573C9D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CF9AA-FDE3-96DE-FCB2-CB67EA58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6D343-0C7F-B785-5698-E9D88CDF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817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F13C-D104-3D6D-50C3-5F0CC6622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5F004-05ED-85AD-71FE-72BEA955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BEA1-3C6D-2FDD-D915-83D9B330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ACDA9-BABC-0D37-E40A-B4A53D76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9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4AA617-D3B9-A78B-9B70-180ECAA5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B4C36-04F6-776D-E425-B83D14800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FBCF1-1BF8-848C-69C9-910C1C2DB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65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5D6B-5E71-E25E-A635-CC013CAA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FC8C-3539-D406-78F8-93ED018B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55118-3285-9464-6236-E40270DA0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4A9BD-5B55-80EC-C5EC-19E0B4AA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08F50-FB30-8798-D26A-0D8F0330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58801-C2C3-E596-2A5A-C8B9570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29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403FB-D149-E365-E628-33319218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C8259-1598-43ED-D358-9C571DD09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5A8CA-A661-2FFC-E3F1-436699895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99172-36DE-960F-3DA0-B1FF4C26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53331-CE05-E524-3969-1E811848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30B45-4003-1A20-D983-023D1476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20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EA48-3EB9-05C5-FE51-C888D781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5B51C-C843-8543-94FA-F9DB83FB5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88640-898F-4C6D-0FC0-950BC94C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AACD6-B969-1565-D294-58855491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81786-7743-A5CE-03C7-B1F3E284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06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066F9-5F9F-FDC6-DC75-365C0D058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2D86C-2738-858B-E0D8-BE92ACF2F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1A336-A681-646A-ED7A-F2FB2789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494B8-3CC9-5477-2A1B-10ABA40B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1CB23-C61C-A752-38A7-D44EEE44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10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57BF8-4299-46AD-896D-C5B477016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9B75F-F2DD-B051-BD97-07543AA72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1010-3C66-6094-C07B-32AABFB23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CEA95-F95D-48C3-A66C-70AF07E4335C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201D6-417F-9D76-C405-4F539F053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68D9-1DC2-90AB-2448-A1D2660AC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3E842-0924-443A-B4E2-B1A78A3F8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18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1C3B39-B889-7A54-2F48-D385F7DCBA42}"/>
              </a:ext>
            </a:extLst>
          </p:cNvPr>
          <p:cNvSpPr/>
          <p:nvPr/>
        </p:nvSpPr>
        <p:spPr>
          <a:xfrm>
            <a:off x="2496000" y="-171000"/>
            <a:ext cx="7200000" cy="720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340C45-FC38-5060-A6D2-FDB3AFD36756}"/>
              </a:ext>
            </a:extLst>
          </p:cNvPr>
          <p:cNvGrpSpPr>
            <a:grpSpLocks noChangeAspect="1"/>
          </p:cNvGrpSpPr>
          <p:nvPr/>
        </p:nvGrpSpPr>
        <p:grpSpPr>
          <a:xfrm>
            <a:off x="2560455" y="356950"/>
            <a:ext cx="7071089" cy="6144100"/>
            <a:chOff x="2397084" y="0"/>
            <a:chExt cx="7829858" cy="68033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0D6BFAC-A433-534E-5D10-BF94CF7AD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2155" t="8722" b="11386"/>
            <a:stretch>
              <a:fillRect/>
            </a:stretch>
          </p:blipFill>
          <p:spPr>
            <a:xfrm>
              <a:off x="3031265" y="0"/>
              <a:ext cx="7195677" cy="619804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BDC1F2C-FF7F-04EC-94C2-EF78F362F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6" t="8722" r="95687" b="11386"/>
            <a:stretch>
              <a:fillRect/>
            </a:stretch>
          </p:blipFill>
          <p:spPr>
            <a:xfrm>
              <a:off x="2397084" y="0"/>
              <a:ext cx="634181" cy="619804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9E191A-6307-156A-2FD9-710F371C9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091" t="91544" r="25064" b="550"/>
            <a:stretch>
              <a:fillRect/>
            </a:stretch>
          </p:blipFill>
          <p:spPr>
            <a:xfrm>
              <a:off x="3031264" y="6190076"/>
              <a:ext cx="7195677" cy="6133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6257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Kowalski</dc:creator>
  <cp:lastModifiedBy>Daniel Kowalski</cp:lastModifiedBy>
  <cp:revision>1</cp:revision>
  <dcterms:created xsi:type="dcterms:W3CDTF">2026-05-02T16:40:38Z</dcterms:created>
  <dcterms:modified xsi:type="dcterms:W3CDTF">2026-05-02T17:13:18Z</dcterms:modified>
</cp:coreProperties>
</file>